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layfair Display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22" Type="http://schemas.openxmlformats.org/officeDocument/2006/relationships/font" Target="fonts/Oswald-regular.fntdata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1742fd51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1742fd51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1742fd51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1742fd51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1742fd51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1742fd51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742fd51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742fd51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1742fd51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1742fd51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1742fd51a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1742fd51a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742fd51a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1742fd51a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527100"/>
            <a:ext cx="8455500" cy="30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5255"/>
              <a:buNone/>
            </a:pPr>
            <a:r>
              <a:rPr lang="en" sz="3920"/>
              <a:t>Proyecto Final</a:t>
            </a:r>
            <a:endParaRPr sz="39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5255"/>
              <a:buNone/>
            </a:pPr>
            <a:r>
              <a:t/>
            </a:r>
            <a:endParaRPr sz="39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5255"/>
              <a:buNone/>
            </a:pPr>
            <a:r>
              <a:rPr lang="en" sz="3920"/>
              <a:t>Desarrollo de Software IV - 1GS221</a:t>
            </a:r>
            <a:endParaRPr sz="39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5255"/>
              <a:buNone/>
            </a:pPr>
            <a:r>
              <a:t/>
            </a:r>
            <a:endParaRPr sz="39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5255"/>
              <a:buNone/>
            </a:pPr>
            <a:r>
              <a:rPr lang="en" sz="3920"/>
              <a:t>Programa para Calculo de Planilla</a:t>
            </a:r>
            <a:endParaRPr sz="392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Ricardo De Freitas, 8-769-2017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Arquitectura 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800" y="1017725"/>
            <a:ext cx="5126024" cy="371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Cambios en el diagrama de arquitectura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El mayor cambio en el </a:t>
            </a:r>
            <a:r>
              <a:rPr lang="en"/>
              <a:t>diagrama</a:t>
            </a:r>
            <a:r>
              <a:rPr lang="en"/>
              <a:t> de Arquitectura general fue en como pense la base de datos inicialmente a como queria implementarla al final.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Nueva Base de Datos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857225"/>
            <a:ext cx="29241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Tiene nuevas tablas para hacer que la aplicación sea más </a:t>
            </a:r>
            <a:r>
              <a:rPr lang="en"/>
              <a:t>dinámica</a:t>
            </a:r>
            <a:r>
              <a:rPr lang="en"/>
              <a:t> y se adapte a poder manejar varias empresas a la vez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425" y="413069"/>
            <a:ext cx="5155876" cy="4206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Temas interesantes aprendidos durante la realización del proyecto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234075"/>
            <a:ext cx="4764000" cy="11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Implementar la base de datos utilizando Entity Framework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625" y="1090875"/>
            <a:ext cx="2957826" cy="383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8538" y="3285049"/>
            <a:ext cx="3513469" cy="14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312325"/>
            <a:ext cx="4849899" cy="9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Temas interesantes aprendidos durante la realización del proyecto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34075"/>
            <a:ext cx="85206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Hacer llamados a API implementado un servicio con interfases, pasando el objeto que implementa la interfase mediante inyección de dependencias.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50" y="2441275"/>
            <a:ext cx="3612926" cy="18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5550" y="2596574"/>
            <a:ext cx="4720475" cy="15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Presentación de Proyecto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875" y="924325"/>
            <a:ext cx="426508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200"/>
              <a:t>¡</a:t>
            </a:r>
            <a:r>
              <a:rPr lang="en" sz="7200"/>
              <a:t>Gracias!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